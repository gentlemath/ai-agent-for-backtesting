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720"/>
  </p:normalViewPr>
  <p:slideViewPr>
    <p:cSldViewPr snapToGrid="0">
      <p:cViewPr>
        <p:scale>
          <a:sx n="156" d="100"/>
          <a:sy n="156" d="100"/>
        </p:scale>
        <p:origin x="-446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64D13-7F5E-21EC-C8B6-AA6EB77F56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9CE854-6352-7E19-CDEB-7D401C0E8D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445E1E-2BB3-D6F3-AE2C-AC16B6A3C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B38BF-87E0-334B-9685-8D8BBB667391}" type="datetimeFigureOut">
              <a:rPr lang="en-CN" smtClean="0"/>
              <a:t>2025/12/2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E49524-1BB0-6A50-941F-D56E64872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2B89EC-AE38-E595-5CA3-9F62CB1C9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76FE6-D84A-9E48-961F-4D48A7C12F7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1040851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007DC-202D-6CE1-C319-5417BC2CD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38826-994C-3917-5D18-2A31E23746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D7636A-A81D-488C-601D-95E974B05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B38BF-87E0-334B-9685-8D8BBB667391}" type="datetimeFigureOut">
              <a:rPr lang="en-CN" smtClean="0"/>
              <a:t>2025/12/2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7205F8-039B-07AA-8869-0C1771498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8658AE-DFC0-9D29-7352-71FED069F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76FE6-D84A-9E48-961F-4D48A7C12F7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9057863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E8A8F-9958-7F3A-13AC-9860D373E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3B04BF-C489-BEEC-FEB5-BD4713829E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751083-2087-FD77-53B7-4DE39C223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B38BF-87E0-334B-9685-8D8BBB667391}" type="datetimeFigureOut">
              <a:rPr lang="en-CN" smtClean="0"/>
              <a:t>2025/12/2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7CF0AB-2BFA-0E34-4AC6-5C33F5230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AB6AE0-832D-76F6-70DA-8C38D6B82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76FE6-D84A-9E48-961F-4D48A7C12F7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220175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C0B6A-AD95-29DA-9B1F-E31934FCC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725046-9327-D840-ED6F-983E137CD0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A2E8E8-7D85-0ABE-36EF-4603FAE5BF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8038CF-C900-7B34-B92A-5CF6B1BB3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B38BF-87E0-334B-9685-8D8BBB667391}" type="datetimeFigureOut">
              <a:rPr lang="en-CN" smtClean="0"/>
              <a:t>2025/12/2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9C7621-B8FA-6EA7-9168-1A0279CAD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767D08-C52B-3947-1FC3-1D3FBA848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76FE6-D84A-9E48-961F-4D48A7C12F7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558805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AE350-0860-9072-AD65-8868B0AEA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17BEAC-BBA4-3492-0601-14A4DF335B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DBEBE0-789E-0534-95E7-9D13BA56FE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C52A57-3B0C-6334-3657-E2B17741C7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38202A-D822-9368-0519-BFADBFAC2D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C94730-A3FA-6ABE-F361-B6D13D19E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B38BF-87E0-334B-9685-8D8BBB667391}" type="datetimeFigureOut">
              <a:rPr lang="en-CN" smtClean="0"/>
              <a:t>2025/12/2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039522-EC63-AD22-C572-41B45A511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1D206B-79CD-A817-8063-D44D57408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76FE6-D84A-9E48-961F-4D48A7C12F7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6085216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41719-5D92-DC99-20FE-34DC27DDE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17E99D-2DEE-AFAE-015D-238918D17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B38BF-87E0-334B-9685-8D8BBB667391}" type="datetimeFigureOut">
              <a:rPr lang="en-CN" smtClean="0"/>
              <a:t>2025/12/2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E096D7-2817-1134-37DF-938E6A4C3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66DD4A-8693-4B78-7F16-A61026C73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76FE6-D84A-9E48-961F-4D48A7C12F7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509675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621D3F-A50A-BF4A-BC2D-8EE235AA7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B38BF-87E0-334B-9685-8D8BBB667391}" type="datetimeFigureOut">
              <a:rPr lang="en-CN" smtClean="0"/>
              <a:t>2025/12/2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D53AFB-932A-0B0C-6EB4-0C33790A0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F7DD81-54E7-5024-6432-792BA117E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76FE6-D84A-9E48-961F-4D48A7C12F7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4973352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6F27A-C45A-F881-6DD3-CB38C8F38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79BF4D-5883-8B5B-33B4-48D97E39FE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D26161-B634-7BB1-9969-2BE3F489CE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9CBD52-2654-FEF2-B70A-9E5AE4DC6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B38BF-87E0-334B-9685-8D8BBB667391}" type="datetimeFigureOut">
              <a:rPr lang="en-CN" smtClean="0"/>
              <a:t>2025/12/2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4B3E27-FE7B-363F-FBDC-F88A7E240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1D7927-DD7A-40AF-5414-EBC7DF951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76FE6-D84A-9E48-961F-4D48A7C12F7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7297425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D4A65-6FCC-0D1C-4229-96ED331AF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8E68827-3DEB-EFEF-A7E3-9FE58D53F8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E03CEE-3361-6ED5-51C0-C333E7AA63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5F6207-0E49-7CEE-E0FA-3F5E081F9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B38BF-87E0-334B-9685-8D8BBB667391}" type="datetimeFigureOut">
              <a:rPr lang="en-CN" smtClean="0"/>
              <a:t>2025/12/2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D64082-B332-7C09-F731-09C944C04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112E44-BA69-8FA9-2757-E05524DDB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76FE6-D84A-9E48-961F-4D48A7C12F7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8959193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4F962-49B9-4130-F346-9763F401B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119435-3447-A82D-93DD-1410179308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59E42C-3FCF-E7F9-6773-290494091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B38BF-87E0-334B-9685-8D8BBB667391}" type="datetimeFigureOut">
              <a:rPr lang="en-CN" smtClean="0"/>
              <a:t>2025/12/2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ACA871-0D5A-9C27-0119-9BF30B24C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0D3C50-3655-3CFC-0D60-53BBF5A30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76FE6-D84A-9E48-961F-4D48A7C12F7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1678935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632883-9DA6-7151-16C7-143A0F27E4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E8BF8A-8C48-268B-95F7-F8864B5975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FFAE96-DE11-AA9F-206C-4A12C7F88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B38BF-87E0-334B-9685-8D8BBB667391}" type="datetimeFigureOut">
              <a:rPr lang="en-CN" smtClean="0"/>
              <a:t>2025/12/2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40ABB2-9A1F-6A71-5519-7089539A0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1C7B05-4CB2-C659-7668-5B661BC1C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76FE6-D84A-9E48-961F-4D48A7C12F7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203800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33B061-617F-C558-BADC-DF13CE87E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C9485F-C68D-6689-1A27-68C9B484F6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BCFF8F-8E31-49F4-E70F-4A61637B8C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EB38BF-87E0-334B-9685-8D8BBB667391}" type="datetimeFigureOut">
              <a:rPr lang="en-CN" smtClean="0"/>
              <a:t>2025/12/2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8EAE98-4502-1017-F4A7-17937B718C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C520E1-CDB1-1A09-36C3-8E0B00E39F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576FE6-D84A-9E48-961F-4D48A7C12F7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2015814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>
            <a:extLst>
              <a:ext uri="{FF2B5EF4-FFF2-40B4-BE49-F238E27FC236}">
                <a16:creationId xmlns:a16="http://schemas.microsoft.com/office/drawing/2014/main" id="{72C464E8-94A0-A3BB-3FE8-D2796D619713}"/>
              </a:ext>
            </a:extLst>
          </p:cNvPr>
          <p:cNvGrpSpPr/>
          <p:nvPr/>
        </p:nvGrpSpPr>
        <p:grpSpPr>
          <a:xfrm>
            <a:off x="5155010" y="89804"/>
            <a:ext cx="3987125" cy="6629400"/>
            <a:chOff x="5155010" y="89804"/>
            <a:chExt cx="3987125" cy="6629400"/>
          </a:xfrm>
        </p:grpSpPr>
        <p:pic>
          <p:nvPicPr>
            <p:cNvPr id="12" name="Picture 11" descr="A screenshot of a diagram&#10;&#10;Description automatically generated">
              <a:extLst>
                <a:ext uri="{FF2B5EF4-FFF2-40B4-BE49-F238E27FC236}">
                  <a16:creationId xmlns:a16="http://schemas.microsoft.com/office/drawing/2014/main" id="{67C57F1B-D394-AF2E-C4CA-A7BE6AEDEFA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155010" y="89804"/>
              <a:ext cx="2273852" cy="6629400"/>
            </a:xfrm>
            <a:prstGeom prst="rect">
              <a:avLst/>
            </a:prstGeom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</p:pic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6864A55A-5B26-97E7-DE86-1AD9D56D4E0C}"/>
                </a:ext>
              </a:extLst>
            </p:cNvPr>
            <p:cNvGrpSpPr/>
            <p:nvPr/>
          </p:nvGrpSpPr>
          <p:grpSpPr>
            <a:xfrm>
              <a:off x="7842702" y="3082477"/>
              <a:ext cx="1031878" cy="2233380"/>
              <a:chOff x="7842702" y="3082477"/>
              <a:chExt cx="1031878" cy="2233380"/>
            </a:xfrm>
          </p:grpSpPr>
          <p:sp>
            <p:nvSpPr>
              <p:cNvPr id="13" name="Rounded Rectangle 12">
                <a:extLst>
                  <a:ext uri="{FF2B5EF4-FFF2-40B4-BE49-F238E27FC236}">
                    <a16:creationId xmlns:a16="http://schemas.microsoft.com/office/drawing/2014/main" id="{875CD8A1-DE86-B26B-4836-2D2351FA8792}"/>
                  </a:ext>
                </a:extLst>
              </p:cNvPr>
              <p:cNvSpPr/>
              <p:nvPr/>
            </p:nvSpPr>
            <p:spPr>
              <a:xfrm>
                <a:off x="7842702" y="4052210"/>
                <a:ext cx="1031875" cy="301170"/>
              </a:xfrm>
              <a:prstGeom prst="round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 w="12700">
                <a:solidFill>
                  <a:schemeClr val="tx2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</a:rPr>
                  <a:t>Data Loader</a:t>
                </a:r>
                <a:endParaRPr lang="en-CN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Rounded Rectangle 13">
                <a:extLst>
                  <a:ext uri="{FF2B5EF4-FFF2-40B4-BE49-F238E27FC236}">
                    <a16:creationId xmlns:a16="http://schemas.microsoft.com/office/drawing/2014/main" id="{5648CFA6-6198-9B38-EE30-D97BAAE5DF60}"/>
                  </a:ext>
                </a:extLst>
              </p:cNvPr>
              <p:cNvSpPr/>
              <p:nvPr/>
            </p:nvSpPr>
            <p:spPr>
              <a:xfrm>
                <a:off x="7842703" y="3082477"/>
                <a:ext cx="1031874" cy="301170"/>
              </a:xfrm>
              <a:prstGeom prst="round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 w="12700">
                <a:solidFill>
                  <a:schemeClr val="tx2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</a:rPr>
                  <a:t>Local</a:t>
                </a:r>
                <a:r>
                  <a:rPr lang="zh-CN" altLang="en-US" sz="1000" dirty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000" dirty="0">
                    <a:solidFill>
                      <a:schemeClr val="tx1"/>
                    </a:solidFill>
                  </a:rPr>
                  <a:t>data</a:t>
                </a:r>
                <a:endParaRPr lang="en-CN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" name="Rounded Rectangle 14">
                <a:extLst>
                  <a:ext uri="{FF2B5EF4-FFF2-40B4-BE49-F238E27FC236}">
                    <a16:creationId xmlns:a16="http://schemas.microsoft.com/office/drawing/2014/main" id="{8EF07046-07DD-6733-6E9B-CF713E38FBED}"/>
                  </a:ext>
                </a:extLst>
              </p:cNvPr>
              <p:cNvSpPr/>
              <p:nvPr/>
            </p:nvSpPr>
            <p:spPr>
              <a:xfrm>
                <a:off x="7842704" y="5014687"/>
                <a:ext cx="1031876" cy="301170"/>
              </a:xfrm>
              <a:prstGeom prst="round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 w="12700">
                <a:solidFill>
                  <a:schemeClr val="tx2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</a:rPr>
                  <a:t>Yahoo</a:t>
                </a:r>
                <a:r>
                  <a:rPr lang="zh-CN" altLang="en-US" sz="1000" dirty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000" dirty="0">
                    <a:solidFill>
                      <a:schemeClr val="tx1"/>
                    </a:solidFill>
                  </a:rPr>
                  <a:t>finance</a:t>
                </a:r>
              </a:p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</a:rPr>
                  <a:t>Alpha</a:t>
                </a:r>
                <a:r>
                  <a:rPr lang="zh-CN" altLang="en-US" sz="1000" dirty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000" dirty="0">
                    <a:solidFill>
                      <a:schemeClr val="tx1"/>
                    </a:solidFill>
                  </a:rPr>
                  <a:t>vantage</a:t>
                </a:r>
                <a:endParaRPr lang="en-CN" sz="10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F42390E1-91E8-BA9D-F7D1-505299BF1F3D}"/>
                  </a:ext>
                </a:extLst>
              </p:cNvPr>
              <p:cNvCxnSpPr>
                <a:stCxn id="14" idx="2"/>
                <a:endCxn id="13" idx="0"/>
              </p:cNvCxnSpPr>
              <p:nvPr/>
            </p:nvCxnSpPr>
            <p:spPr>
              <a:xfrm>
                <a:off x="8358640" y="3383647"/>
                <a:ext cx="0" cy="668563"/>
              </a:xfrm>
              <a:prstGeom prst="straightConnector1">
                <a:avLst/>
              </a:prstGeom>
              <a:ln w="6350"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5EE5258C-A62D-B9B9-8607-4DD47F276F36}"/>
                  </a:ext>
                </a:extLst>
              </p:cNvPr>
              <p:cNvCxnSpPr>
                <a:stCxn id="15" idx="0"/>
                <a:endCxn id="13" idx="2"/>
              </p:cNvCxnSpPr>
              <p:nvPr/>
            </p:nvCxnSpPr>
            <p:spPr>
              <a:xfrm flipH="1" flipV="1">
                <a:off x="8358640" y="4353380"/>
                <a:ext cx="2" cy="661307"/>
              </a:xfrm>
              <a:prstGeom prst="straightConnector1">
                <a:avLst/>
              </a:prstGeom>
              <a:ln w="6350"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6F603D81-2FF2-B856-FC1E-D7642FC6FB00}"/>
                </a:ext>
              </a:extLst>
            </p:cNvPr>
            <p:cNvCxnSpPr>
              <a:cxnSpLocks/>
              <a:stCxn id="13" idx="1"/>
            </p:cNvCxnSpPr>
            <p:nvPr/>
          </p:nvCxnSpPr>
          <p:spPr>
            <a:xfrm flipH="1">
              <a:off x="6751864" y="4202795"/>
              <a:ext cx="1090838" cy="0"/>
            </a:xfrm>
            <a:prstGeom prst="straightConnector1">
              <a:avLst/>
            </a:prstGeom>
            <a:ln w="635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479923ED-105A-B22D-0C4E-494BC17C2B18}"/>
                </a:ext>
              </a:extLst>
            </p:cNvPr>
            <p:cNvSpPr/>
            <p:nvPr/>
          </p:nvSpPr>
          <p:spPr>
            <a:xfrm>
              <a:off x="7551965" y="2473779"/>
              <a:ext cx="1473752" cy="3347357"/>
            </a:xfrm>
            <a:prstGeom prst="rect">
              <a:avLst/>
            </a:prstGeom>
            <a:noFill/>
            <a:ln w="6350"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AEB39D5-C0D5-068C-535F-70E92977BFF2}"/>
                </a:ext>
              </a:extLst>
            </p:cNvPr>
            <p:cNvSpPr txBox="1"/>
            <p:nvPr/>
          </p:nvSpPr>
          <p:spPr>
            <a:xfrm>
              <a:off x="7383897" y="497907"/>
              <a:ext cx="17582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Langchain</a:t>
              </a:r>
              <a:r>
                <a:rPr lang="zh-CN" altLang="en-US" sz="1400" dirty="0"/>
                <a:t> </a:t>
              </a:r>
              <a:r>
                <a:rPr lang="en-US" altLang="zh-CN" sz="1400" dirty="0"/>
                <a:t>Workflow</a:t>
              </a:r>
              <a:endParaRPr lang="en-CN" sz="1400" dirty="0"/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AB1C4CF5-5CF9-0C74-3EDE-319F7161181C}"/>
                </a:ext>
              </a:extLst>
            </p:cNvPr>
            <p:cNvCxnSpPr>
              <a:cxnSpLocks/>
            </p:cNvCxnSpPr>
            <p:nvPr/>
          </p:nvCxnSpPr>
          <p:spPr>
            <a:xfrm>
              <a:off x="7428862" y="867239"/>
              <a:ext cx="1690645" cy="0"/>
            </a:xfrm>
            <a:prstGeom prst="line">
              <a:avLst/>
            </a:prstGeom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F9BF5C0-DB72-E4C6-FB49-9815B72C035D}"/>
                </a:ext>
              </a:extLst>
            </p:cNvPr>
            <p:cNvCxnSpPr/>
            <p:nvPr/>
          </p:nvCxnSpPr>
          <p:spPr>
            <a:xfrm>
              <a:off x="7842702" y="2000250"/>
              <a:ext cx="0" cy="473529"/>
            </a:xfrm>
            <a:prstGeom prst="line">
              <a:avLst/>
            </a:prstGeom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56D202CA-C2FE-AC41-FA73-A9BF6563A4CE}"/>
                </a:ext>
              </a:extLst>
            </p:cNvPr>
            <p:cNvSpPr txBox="1"/>
            <p:nvPr/>
          </p:nvSpPr>
          <p:spPr>
            <a:xfrm>
              <a:off x="7793718" y="2074444"/>
              <a:ext cx="55566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Data</a:t>
              </a:r>
              <a:endParaRPr lang="en-CN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4108950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965</TotalTime>
  <Words>11</Words>
  <Application>Microsoft Macintosh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JoJo Wang</dc:creator>
  <cp:lastModifiedBy>JoJo Wang</cp:lastModifiedBy>
  <cp:revision>1</cp:revision>
  <dcterms:created xsi:type="dcterms:W3CDTF">2025-12-03T04:36:09Z</dcterms:created>
  <dcterms:modified xsi:type="dcterms:W3CDTF">2025-12-03T20:41:44Z</dcterms:modified>
</cp:coreProperties>
</file>